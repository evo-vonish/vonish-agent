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旧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溢出</c:v>
                </c:pt>
                <c:pt idx="1">
                  <c:v>越界</c:v>
                </c:pt>
                <c:pt idx="2">
                  <c:v>配色</c:v>
                </c:pt>
                <c:pt idx="3">
                  <c:v>一致性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42.0</c:v>
                </c:pt>
                <c:pt idx="1">
                  <c:v>30.0</c:v>
                </c:pt>
                <c:pt idx="2">
                  <c:v>55.0</c:v>
                </c:pt>
                <c:pt idx="3">
                  <c:v>20.0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新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溢出</c:v>
                </c:pt>
                <c:pt idx="1">
                  <c:v>越界</c:v>
                </c:pt>
                <c:pt idx="2">
                  <c:v>配色</c:v>
                </c:pt>
                <c:pt idx="3">
                  <c:v>一致性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3.0</c:v>
                </c:pt>
                <c:pt idx="1">
                  <c:v>1.0</c:v>
                </c:pt>
                <c:pt idx="2">
                  <c:v>2.0</c:v>
                </c:pt>
                <c:pt idx="3">
                  <c:v>4.0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715000" y="2161642"/>
            <a:ext cx="762000" cy="47625"/>
          </a:xfrm>
          <a:prstGeom prst="roundRect">
            <a:avLst>
              <a:gd name="adj" fmla="val 50000"/>
            </a:avLst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20286"/>
            <a:ext cx="10728960" cy="571500"/>
          </a:xfrm>
          <a:prstGeom prst="rect">
            <a:avLst/>
          </a:prstGeom>
          <a:noFill/>
        </p:spPr>
        <p:txBody>
          <a:bodyPr wrap="square" lIns="95250" rIns="95250" tIns="57150" bIns="57150" anchor="ctr">
            <a:noAutofit/>
          </a:bodyPr>
          <a:lstStyle/>
          <a:p>
            <a:pPr algn="ctr">
              <a:lnSpc>
                <a:spcPct val="135000"/>
              </a:lnSpc>
            </a:pPr>
            <a:r>
              <a:rPr sz="2000" b="0" i="0">
                <a:solidFill>
                  <a:srgbClr val="22D3EE"/>
                </a:solidFill>
                <a:latin typeface="Noto Sans SC"/>
              </a:rPr>
              <a:t>确定性渲染管线 · Deterministic Deck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272430"/>
            <a:ext cx="10728960" cy="381000"/>
          </a:xfrm>
          <a:prstGeom prst="rect">
            <a:avLst/>
          </a:prstGeom>
          <a:noFill/>
        </p:spPr>
        <p:txBody>
          <a:bodyPr wrap="square" lIns="95250" rIns="95250" tIns="57150" bIns="57150" anchor="ctr">
            <a:noAutofit/>
          </a:bodyPr>
          <a:lstStyle/>
          <a:p>
            <a:pPr algn="ctr">
              <a:lnSpc>
                <a:spcPct val="135000"/>
              </a:lnSpc>
            </a:pPr>
            <a:r>
              <a:rPr sz="1400" b="0" i="0">
                <a:solidFill>
                  <a:srgbClr val="94A3B8"/>
                </a:solidFill>
                <a:latin typeface="Noto Sans SC"/>
              </a:rPr>
              <a:t>Vonish · 2026-06-14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392070"/>
            <a:ext cx="10728960" cy="1728216"/>
          </a:xfrm>
          <a:prstGeom prst="rect">
            <a:avLst/>
          </a:prstGeom>
          <a:noFill/>
        </p:spPr>
        <p:txBody>
          <a:bodyPr wrap="square" lIns="95250" rIns="95250" tIns="57150" bIns="57150" anchor="ctr">
            <a:noAutofit/>
          </a:bodyPr>
          <a:lstStyle/>
          <a:p>
            <a:pPr algn="ctr">
              <a:lnSpc>
                <a:spcPct val="135000"/>
              </a:lnSpc>
            </a:pPr>
            <a:r>
              <a:rPr sz="4400" b="1" i="0">
                <a:solidFill>
                  <a:srgbClr val="F1F5F9"/>
                </a:solidFill>
                <a:latin typeface="Noto Sans SC"/>
              </a:rPr>
              <a:t>VonishAgent PPT Artifact Engine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586740"/>
            <a:ext cx="57150" cy="681990"/>
          </a:xfrm>
          <a:prstGeom prst="roundRect">
            <a:avLst>
              <a:gd name="adj" fmla="val 50000"/>
            </a:avLst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66878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E2640"/>
          </a:solidFill>
          <a:ln w="1905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235458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E2640"/>
          </a:solidFill>
          <a:ln w="1905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304038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E2640"/>
          </a:solidFill>
          <a:ln w="1905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372618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E2640"/>
          </a:solidFill>
          <a:ln w="1905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191250" y="166878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E2640"/>
          </a:solidFill>
          <a:ln w="1905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191250" y="235458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E2640"/>
          </a:solidFill>
          <a:ln w="1905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91250" y="304038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E2640"/>
          </a:solidFill>
          <a:ln w="1905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91250" y="3726180"/>
            <a:ext cx="304800" cy="304800"/>
          </a:xfrm>
          <a:prstGeom prst="roundRect">
            <a:avLst>
              <a:gd name="adj" fmla="val 50000"/>
            </a:avLst>
          </a:prstGeom>
          <a:solidFill>
            <a:srgbClr val="1E2640"/>
          </a:solidFill>
          <a:ln w="1905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50620" y="1478280"/>
            <a:ext cx="4792980" cy="685800"/>
          </a:xfrm>
          <a:prstGeom prst="rect">
            <a:avLst/>
          </a:prstGeom>
          <a:noFill/>
        </p:spPr>
        <p:txBody>
          <a:bodyPr wrap="square" lIns="95250" rIns="95250" tIns="57150" bIns="5715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F1F5F9"/>
                </a:solidFill>
                <a:latin typeface="Noto Sans SC"/>
              </a:rPr>
              <a:t>问题定义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50620" y="2164080"/>
            <a:ext cx="4792980" cy="685800"/>
          </a:xfrm>
          <a:prstGeom prst="rect">
            <a:avLst/>
          </a:prstGeom>
          <a:noFill/>
        </p:spPr>
        <p:txBody>
          <a:bodyPr wrap="square" lIns="95250" rIns="95250" tIns="57150" bIns="5715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F1F5F9"/>
                </a:solidFill>
                <a:latin typeface="Noto Sans SC"/>
              </a:rPr>
              <a:t>设计系统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50620" y="2849880"/>
            <a:ext cx="4792980" cy="685800"/>
          </a:xfrm>
          <a:prstGeom prst="rect">
            <a:avLst/>
          </a:prstGeom>
          <a:noFill/>
        </p:spPr>
        <p:txBody>
          <a:bodyPr wrap="square" lIns="95250" rIns="95250" tIns="57150" bIns="5715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F1F5F9"/>
                </a:solidFill>
                <a:latin typeface="Noto Sans SC"/>
              </a:rPr>
              <a:t>布局引擎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0620" y="3535680"/>
            <a:ext cx="4792980" cy="685800"/>
          </a:xfrm>
          <a:prstGeom prst="rect">
            <a:avLst/>
          </a:prstGeom>
          <a:noFill/>
        </p:spPr>
        <p:txBody>
          <a:bodyPr wrap="square" lIns="95250" rIns="95250" tIns="57150" bIns="5715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F1F5F9"/>
                </a:solidFill>
                <a:latin typeface="Noto Sans SC"/>
              </a:rPr>
              <a:t>渲染器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10350" y="1478280"/>
            <a:ext cx="4792980" cy="685800"/>
          </a:xfrm>
          <a:prstGeom prst="rect">
            <a:avLst/>
          </a:prstGeom>
          <a:noFill/>
        </p:spPr>
        <p:txBody>
          <a:bodyPr wrap="square" lIns="95250" rIns="95250" tIns="57150" bIns="5715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F1F5F9"/>
                </a:solidFill>
                <a:latin typeface="Noto Sans SC"/>
              </a:rPr>
              <a:t>质量验收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10350" y="2164080"/>
            <a:ext cx="4792980" cy="685800"/>
          </a:xfrm>
          <a:prstGeom prst="rect">
            <a:avLst/>
          </a:prstGeom>
          <a:noFill/>
        </p:spPr>
        <p:txBody>
          <a:bodyPr wrap="square" lIns="95250" rIns="95250" tIns="57150" bIns="5715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F1F5F9"/>
                </a:solidFill>
                <a:latin typeface="Noto Sans SC"/>
              </a:rPr>
              <a:t>自动修复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10350" y="2849880"/>
            <a:ext cx="4792980" cy="685800"/>
          </a:xfrm>
          <a:prstGeom prst="rect">
            <a:avLst/>
          </a:prstGeom>
          <a:noFill/>
        </p:spPr>
        <p:txBody>
          <a:bodyPr wrap="square" lIns="95250" rIns="95250" tIns="57150" bIns="5715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F1F5F9"/>
                </a:solidFill>
                <a:latin typeface="Noto Sans SC"/>
              </a:rPr>
              <a:t>预览闭环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10350" y="3535680"/>
            <a:ext cx="4792980" cy="685800"/>
          </a:xfrm>
          <a:prstGeom prst="rect">
            <a:avLst/>
          </a:prstGeom>
          <a:noFill/>
        </p:spPr>
        <p:txBody>
          <a:bodyPr wrap="square" lIns="95250" rIns="95250" tIns="57150" bIns="5715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F1F5F9"/>
                </a:solidFill>
                <a:latin typeface="Noto Sans SC"/>
              </a:rPr>
              <a:t>下一步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2020" y="548640"/>
            <a:ext cx="10538460" cy="758190"/>
          </a:xfrm>
          <a:prstGeom prst="rect">
            <a:avLst/>
          </a:prstGeom>
          <a:noFill/>
        </p:spPr>
        <p:txBody>
          <a:bodyPr wrap="square" lIns="95250" rIns="95250" tIns="57150" bIns="5715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3200" b="1" i="0">
                <a:solidFill>
                  <a:srgbClr val="F1F5F9"/>
                </a:solidFill>
                <a:latin typeface="Noto Sans SC"/>
              </a:rPr>
              <a:t>目录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1668780"/>
            <a:ext cx="304800" cy="304800"/>
          </a:xfrm>
          <a:prstGeom prst="rect">
            <a:avLst/>
          </a:prstGeom>
          <a:noFill/>
        </p:spPr>
        <p:txBody>
          <a:bodyPr wrap="square" lIns="95250" rIns="95250" tIns="57150" bIns="57150" anchor="ctr">
            <a:no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22D3EE"/>
                </a:solidFill>
                <a:latin typeface="Noto Sans SC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2354580"/>
            <a:ext cx="304800" cy="304800"/>
          </a:xfrm>
          <a:prstGeom prst="rect">
            <a:avLst/>
          </a:prstGeom>
          <a:noFill/>
        </p:spPr>
        <p:txBody>
          <a:bodyPr wrap="square" lIns="95250" rIns="95250" tIns="57150" bIns="57150" anchor="ctr">
            <a:no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22D3EE"/>
                </a:solidFill>
                <a:latin typeface="Noto Sans SC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3040380"/>
            <a:ext cx="304800" cy="304800"/>
          </a:xfrm>
          <a:prstGeom prst="rect">
            <a:avLst/>
          </a:prstGeom>
          <a:noFill/>
        </p:spPr>
        <p:txBody>
          <a:bodyPr wrap="square" lIns="95250" rIns="95250" tIns="57150" bIns="57150" anchor="ctr">
            <a:no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22D3EE"/>
                </a:solidFill>
                <a:latin typeface="Noto Sans S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3726180"/>
            <a:ext cx="304800" cy="304800"/>
          </a:xfrm>
          <a:prstGeom prst="rect">
            <a:avLst/>
          </a:prstGeom>
          <a:noFill/>
        </p:spPr>
        <p:txBody>
          <a:bodyPr wrap="square" lIns="95250" rIns="95250" tIns="57150" bIns="57150" anchor="ctr">
            <a:no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22D3EE"/>
                </a:solidFill>
                <a:latin typeface="Noto Sans SC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91250" y="1668780"/>
            <a:ext cx="304800" cy="304800"/>
          </a:xfrm>
          <a:prstGeom prst="rect">
            <a:avLst/>
          </a:prstGeom>
          <a:noFill/>
        </p:spPr>
        <p:txBody>
          <a:bodyPr wrap="square" lIns="95250" rIns="95250" tIns="57150" bIns="57150" anchor="ctr">
            <a:no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22D3EE"/>
                </a:solidFill>
                <a:latin typeface="Noto Sans SC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91250" y="2354580"/>
            <a:ext cx="304800" cy="304800"/>
          </a:xfrm>
          <a:prstGeom prst="rect">
            <a:avLst/>
          </a:prstGeom>
          <a:noFill/>
        </p:spPr>
        <p:txBody>
          <a:bodyPr wrap="square" lIns="95250" rIns="95250" tIns="57150" bIns="57150" anchor="ctr">
            <a:no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22D3EE"/>
                </a:solidFill>
                <a:latin typeface="Noto Sans SC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91250" y="3040380"/>
            <a:ext cx="304800" cy="304800"/>
          </a:xfrm>
          <a:prstGeom prst="rect">
            <a:avLst/>
          </a:prstGeom>
          <a:noFill/>
        </p:spPr>
        <p:txBody>
          <a:bodyPr wrap="square" lIns="95250" rIns="95250" tIns="57150" bIns="57150" anchor="ctr">
            <a:no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22D3EE"/>
                </a:solidFill>
                <a:latin typeface="Noto Sans SC"/>
              </a:rPr>
              <a:t>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91250" y="3726180"/>
            <a:ext cx="304800" cy="304800"/>
          </a:xfrm>
          <a:prstGeom prst="rect">
            <a:avLst/>
          </a:prstGeom>
          <a:noFill/>
        </p:spPr>
        <p:txBody>
          <a:bodyPr wrap="square" lIns="95250" rIns="95250" tIns="57150" bIns="57150" anchor="ctr">
            <a:no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22D3EE"/>
                </a:solidFill>
                <a:latin typeface="Noto Sans SC"/>
              </a:rPr>
              <a:t>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48640"/>
            <a:ext cx="5364480" cy="1143000"/>
          </a:xfrm>
          <a:prstGeom prst="rect">
            <a:avLst/>
          </a:prstGeom>
          <a:noFill/>
        </p:spPr>
        <p:txBody>
          <a:bodyPr wrap="square" lIns="95250" rIns="95250" tIns="57150" bIns="5715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7000" b="1" i="0">
                <a:solidFill>
                  <a:srgbClr val="22D3EE"/>
                </a:solidFill>
                <a:latin typeface="Noto Sans SC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811573"/>
            <a:ext cx="10728960" cy="666750"/>
          </a:xfrm>
          <a:prstGeom prst="rect">
            <a:avLst/>
          </a:prstGeom>
          <a:noFill/>
        </p:spPr>
        <p:txBody>
          <a:bodyPr wrap="square" lIns="95250" rIns="95250" tIns="57150" bIns="5715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2000" b="0" i="0">
                <a:solidFill>
                  <a:srgbClr val="94A3B8"/>
                </a:solidFill>
                <a:latin typeface="Noto Sans SC"/>
              </a:rPr>
              <a:t>为什么 AI 生成的 PPT 总是配色随机、文字溢出、版面失序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968142"/>
            <a:ext cx="10728960" cy="1613002"/>
          </a:xfrm>
          <a:prstGeom prst="rect">
            <a:avLst/>
          </a:prstGeom>
          <a:noFill/>
        </p:spPr>
        <p:txBody>
          <a:bodyPr wrap="square" lIns="95250" rIns="95250" tIns="57150" bIns="5715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4400" b="1" i="0">
                <a:solidFill>
                  <a:srgbClr val="F1F5F9"/>
                </a:solidFill>
                <a:latin typeface="Noto Sans SC"/>
              </a:rPr>
              <a:t>问题定义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2179320"/>
            <a:ext cx="3449320" cy="3429000"/>
          </a:xfrm>
          <a:prstGeom prst="roundRect">
            <a:avLst>
              <a:gd name="adj" fmla="val 2222"/>
            </a:avLst>
          </a:prstGeom>
          <a:solidFill>
            <a:srgbClr val="1E2640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371340" y="2179320"/>
            <a:ext cx="3449320" cy="3429000"/>
          </a:xfrm>
          <a:prstGeom prst="roundRect">
            <a:avLst>
              <a:gd name="adj" fmla="val 2222"/>
            </a:avLst>
          </a:prstGeom>
          <a:solidFill>
            <a:srgbClr val="1E2640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011160" y="2179320"/>
            <a:ext cx="3449320" cy="3429000"/>
          </a:xfrm>
          <a:prstGeom prst="roundRect">
            <a:avLst>
              <a:gd name="adj" fmla="val 2222"/>
            </a:avLst>
          </a:prstGeom>
          <a:solidFill>
            <a:srgbClr val="1E2640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586740"/>
            <a:ext cx="57150" cy="681990"/>
          </a:xfrm>
          <a:prstGeom prst="roundRect">
            <a:avLst>
              <a:gd name="adj" fmla="val 50000"/>
            </a:avLst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2179320"/>
            <a:ext cx="3449320" cy="38100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371340" y="2179320"/>
            <a:ext cx="3449320" cy="38100"/>
          </a:xfrm>
          <a:prstGeom prst="roundRect">
            <a:avLst>
              <a:gd name="adj" fmla="val 50000"/>
            </a:avLst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011160" y="2179320"/>
            <a:ext cx="3449320" cy="38100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3920" y="2331720"/>
            <a:ext cx="3144520" cy="457200"/>
          </a:xfrm>
          <a:prstGeom prst="rect">
            <a:avLst/>
          </a:prstGeom>
          <a:noFill/>
        </p:spPr>
        <p:txBody>
          <a:bodyPr wrap="square" lIns="95250" rIns="95250" tIns="57150" bIns="5715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2000" b="1" i="0">
                <a:solidFill>
                  <a:srgbClr val="F1F5F9"/>
                </a:solidFill>
                <a:latin typeface="Noto Sans SC"/>
              </a:rPr>
              <a:t>确定性渲染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3920" y="2846070"/>
            <a:ext cx="3144520" cy="2609850"/>
          </a:xfrm>
          <a:prstGeom prst="rect">
            <a:avLst/>
          </a:prstGeom>
          <a:noFill/>
        </p:spPr>
        <p:txBody>
          <a:bodyPr wrap="square" lIns="95250" rIns="95250" tIns="57150" bIns="5715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94A3B8"/>
                </a:solidFill>
                <a:latin typeface="Noto Sans SC"/>
              </a:rPr>
              <a:t>SlideIR 驱动，主题 token 严格约束配色与字体，杜绝随机美学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3740" y="2331720"/>
            <a:ext cx="3144520" cy="457200"/>
          </a:xfrm>
          <a:prstGeom prst="rect">
            <a:avLst/>
          </a:prstGeom>
          <a:noFill/>
        </p:spPr>
        <p:txBody>
          <a:bodyPr wrap="square" lIns="95250" rIns="95250" tIns="57150" bIns="5715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2000" b="1" i="0">
                <a:solidFill>
                  <a:srgbClr val="F1F5F9"/>
                </a:solidFill>
                <a:latin typeface="Noto Sans SC"/>
              </a:rPr>
              <a:t>质量验收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3740" y="2846070"/>
            <a:ext cx="3144520" cy="2609850"/>
          </a:xfrm>
          <a:prstGeom prst="rect">
            <a:avLst/>
          </a:prstGeom>
          <a:noFill/>
        </p:spPr>
        <p:txBody>
          <a:bodyPr wrap="square" lIns="95250" rIns="95250" tIns="57150" bIns="5715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94A3B8"/>
                </a:solidFill>
                <a:latin typeface="Noto Sans SC"/>
              </a:rPr>
              <a:t>交付前自动检测文字溢出、元素越界、对比度与主题一致性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63560" y="2331720"/>
            <a:ext cx="3144520" cy="457200"/>
          </a:xfrm>
          <a:prstGeom prst="rect">
            <a:avLst/>
          </a:prstGeom>
          <a:noFill/>
        </p:spPr>
        <p:txBody>
          <a:bodyPr wrap="square" lIns="95250" rIns="95250" tIns="57150" bIns="5715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2000" b="1" i="0">
                <a:solidFill>
                  <a:srgbClr val="F1F5F9"/>
                </a:solidFill>
                <a:latin typeface="Noto Sans SC"/>
              </a:rPr>
              <a:t>预览闭环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63560" y="2846070"/>
            <a:ext cx="3144520" cy="2609850"/>
          </a:xfrm>
          <a:prstGeom prst="rect">
            <a:avLst/>
          </a:prstGeom>
          <a:noFill/>
        </p:spPr>
        <p:txBody>
          <a:bodyPr wrap="square" lIns="95250" rIns="95250" tIns="57150" bIns="5715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94A3B8"/>
                </a:solidFill>
                <a:latin typeface="Noto Sans SC"/>
              </a:rPr>
              <a:t>每页导出 PNG 预览，进入 Artifact Workbench 可被检视与引用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2020" y="548640"/>
            <a:ext cx="10538460" cy="758190"/>
          </a:xfrm>
          <a:prstGeom prst="rect">
            <a:avLst/>
          </a:prstGeom>
          <a:noFill/>
        </p:spPr>
        <p:txBody>
          <a:bodyPr wrap="square" lIns="95250" rIns="95250" tIns="57150" bIns="5715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3200" b="1" i="0">
                <a:solidFill>
                  <a:srgbClr val="F1F5F9"/>
                </a:solidFill>
                <a:latin typeface="Noto Sans SC"/>
              </a:rPr>
              <a:t>三大核心能力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1478280"/>
            <a:ext cx="5231130" cy="4831080"/>
          </a:xfrm>
          <a:prstGeom prst="roundRect">
            <a:avLst>
              <a:gd name="adj" fmla="val 1577"/>
            </a:avLst>
          </a:prstGeom>
          <a:solidFill>
            <a:srgbClr val="141B2D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229350" y="1478280"/>
            <a:ext cx="5231130" cy="4831080"/>
          </a:xfrm>
          <a:prstGeom prst="roundRect">
            <a:avLst>
              <a:gd name="adj" fmla="val 1577"/>
            </a:avLst>
          </a:prstGeom>
          <a:solidFill>
            <a:srgbClr val="141B2D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586740"/>
            <a:ext cx="57150" cy="681990"/>
          </a:xfrm>
          <a:prstGeom prst="roundRect">
            <a:avLst>
              <a:gd name="adj" fmla="val 50000"/>
            </a:avLst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78280"/>
            <a:ext cx="5231130" cy="47625"/>
          </a:xfrm>
          <a:prstGeom prst="roundRect">
            <a:avLst>
              <a:gd name="adj" fmla="val 50000"/>
            </a:avLst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29350" y="1478280"/>
            <a:ext cx="5231130" cy="47625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41070" y="2473642"/>
            <a:ext cx="66675" cy="66675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41070" y="3083242"/>
            <a:ext cx="66675" cy="66675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41070" y="3692842"/>
            <a:ext cx="66675" cy="66675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41070" y="4302442"/>
            <a:ext cx="66675" cy="66675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38900" y="2473642"/>
            <a:ext cx="66675" cy="66675"/>
          </a:xfrm>
          <a:prstGeom prst="ellipse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38900" y="3083242"/>
            <a:ext cx="66675" cy="66675"/>
          </a:xfrm>
          <a:prstGeom prst="ellipse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38900" y="3692842"/>
            <a:ext cx="66675" cy="66675"/>
          </a:xfrm>
          <a:prstGeom prst="ellipse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38900" y="4302442"/>
            <a:ext cx="66675" cy="66675"/>
          </a:xfrm>
          <a:prstGeom prst="ellipse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1570" y="2202180"/>
            <a:ext cx="4583430" cy="609600"/>
          </a:xfrm>
          <a:prstGeom prst="rect">
            <a:avLst/>
          </a:prstGeom>
          <a:noFill/>
        </p:spPr>
        <p:txBody>
          <a:bodyPr wrap="square" lIns="95250" rIns="95250" tIns="57150" bIns="5715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F1F5F9"/>
                </a:solidFill>
                <a:latin typeface="Noto Sans SC"/>
              </a:rPr>
              <a:t>随机配色与字体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1570" y="2811780"/>
            <a:ext cx="4583430" cy="609600"/>
          </a:xfrm>
          <a:prstGeom prst="rect">
            <a:avLst/>
          </a:prstGeom>
          <a:noFill/>
        </p:spPr>
        <p:txBody>
          <a:bodyPr wrap="square" lIns="95250" rIns="95250" tIns="57150" bIns="5715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F1F5F9"/>
                </a:solidFill>
                <a:latin typeface="Noto Sans SC"/>
              </a:rPr>
              <a:t>文字经常溢出图形框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1570" y="3421380"/>
            <a:ext cx="4583430" cy="609600"/>
          </a:xfrm>
          <a:prstGeom prst="rect">
            <a:avLst/>
          </a:prstGeom>
          <a:noFill/>
        </p:spPr>
        <p:txBody>
          <a:bodyPr wrap="square" lIns="95250" rIns="95250" tIns="57150" bIns="5715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F1F5F9"/>
                </a:solidFill>
                <a:latin typeface="Noto Sans SC"/>
              </a:rPr>
              <a:t>Agent 不知道结果长什么样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1570" y="4030980"/>
            <a:ext cx="4583430" cy="609600"/>
          </a:xfrm>
          <a:prstGeom prst="rect">
            <a:avLst/>
          </a:prstGeom>
          <a:noFill/>
        </p:spPr>
        <p:txBody>
          <a:bodyPr wrap="square" lIns="95250" rIns="95250" tIns="57150" bIns="5715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F1F5F9"/>
                </a:solidFill>
                <a:latin typeface="Noto Sans SC"/>
              </a:rPr>
              <a:t>无任何质量闸门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2202180"/>
            <a:ext cx="4583430" cy="609600"/>
          </a:xfrm>
          <a:prstGeom prst="rect">
            <a:avLst/>
          </a:prstGeom>
          <a:noFill/>
        </p:spPr>
        <p:txBody>
          <a:bodyPr wrap="square" lIns="95250" rIns="95250" tIns="57150" bIns="5715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F1F5F9"/>
                </a:solidFill>
                <a:latin typeface="Noto Sans SC"/>
              </a:rPr>
              <a:t>主题 token 统一视觉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29400" y="2811780"/>
            <a:ext cx="4583430" cy="609600"/>
          </a:xfrm>
          <a:prstGeom prst="rect">
            <a:avLst/>
          </a:prstGeom>
          <a:noFill/>
        </p:spPr>
        <p:txBody>
          <a:bodyPr wrap="square" lIns="95250" rIns="95250" tIns="57150" bIns="5715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F1F5F9"/>
                </a:solidFill>
                <a:latin typeface="Noto Sans SC"/>
              </a:rPr>
              <a:t>布局引擎计算坐标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3421380"/>
            <a:ext cx="4583430" cy="609600"/>
          </a:xfrm>
          <a:prstGeom prst="rect">
            <a:avLst/>
          </a:prstGeom>
          <a:noFill/>
        </p:spPr>
        <p:txBody>
          <a:bodyPr wrap="square" lIns="95250" rIns="95250" tIns="57150" bIns="5715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F1F5F9"/>
                </a:solidFill>
                <a:latin typeface="Noto Sans SC"/>
              </a:rPr>
              <a:t>渲染前预计算溢出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4030980"/>
            <a:ext cx="4583430" cy="609600"/>
          </a:xfrm>
          <a:prstGeom prst="rect">
            <a:avLst/>
          </a:prstGeom>
          <a:noFill/>
        </p:spPr>
        <p:txBody>
          <a:bodyPr wrap="square" lIns="95250" rIns="95250" tIns="57150" bIns="5715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F1F5F9"/>
                </a:solidFill>
                <a:latin typeface="Noto Sans SC"/>
              </a:rPr>
              <a:t>交付前自动验收修复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2020" y="1668780"/>
            <a:ext cx="4850130" cy="457200"/>
          </a:xfrm>
          <a:prstGeom prst="rect">
            <a:avLst/>
          </a:prstGeom>
          <a:noFill/>
        </p:spPr>
        <p:txBody>
          <a:bodyPr wrap="square" lIns="95250" rIns="95250" tIns="57150" bIns="5715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2000" b="1" i="0">
                <a:solidFill>
                  <a:srgbClr val="F1F5F9"/>
                </a:solidFill>
                <a:latin typeface="Noto Sans SC"/>
              </a:rPr>
              <a:t>旧：iPython 随机摆放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9850" y="1668780"/>
            <a:ext cx="4850130" cy="457200"/>
          </a:xfrm>
          <a:prstGeom prst="rect">
            <a:avLst/>
          </a:prstGeom>
          <a:noFill/>
        </p:spPr>
        <p:txBody>
          <a:bodyPr wrap="square" lIns="95250" rIns="95250" tIns="57150" bIns="5715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2000" b="1" i="0">
                <a:solidFill>
                  <a:srgbClr val="F1F5F9"/>
                </a:solidFill>
                <a:latin typeface="Noto Sans SC"/>
              </a:rPr>
              <a:t>新：Artifact Engine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2020" y="548640"/>
            <a:ext cx="10538460" cy="758190"/>
          </a:xfrm>
          <a:prstGeom prst="rect">
            <a:avLst/>
          </a:prstGeom>
          <a:noFill/>
        </p:spPr>
        <p:txBody>
          <a:bodyPr wrap="square" lIns="95250" rIns="95250" tIns="57150" bIns="5715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3200" b="1" i="0">
                <a:solidFill>
                  <a:srgbClr val="F1F5F9"/>
                </a:solidFill>
                <a:latin typeface="Noto Sans SC"/>
              </a:rPr>
              <a:t>旧管线 vs 新管线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2465070"/>
            <a:ext cx="2039112" cy="2857500"/>
          </a:xfrm>
          <a:prstGeom prst="roundRect">
            <a:avLst>
              <a:gd name="adj" fmla="val 3736"/>
            </a:avLst>
          </a:prstGeom>
          <a:solidFill>
            <a:srgbClr val="1E2640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2903982" y="2465070"/>
            <a:ext cx="2039112" cy="2857500"/>
          </a:xfrm>
          <a:prstGeom prst="roundRect">
            <a:avLst>
              <a:gd name="adj" fmla="val 3736"/>
            </a:avLst>
          </a:prstGeom>
          <a:solidFill>
            <a:srgbClr val="1E2640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76444" y="2465070"/>
            <a:ext cx="2039112" cy="2857500"/>
          </a:xfrm>
          <a:prstGeom prst="roundRect">
            <a:avLst>
              <a:gd name="adj" fmla="val 3736"/>
            </a:avLst>
          </a:prstGeom>
          <a:solidFill>
            <a:srgbClr val="1E2640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248906" y="2465070"/>
            <a:ext cx="2039112" cy="2857500"/>
          </a:xfrm>
          <a:prstGeom prst="roundRect">
            <a:avLst>
              <a:gd name="adj" fmla="val 3736"/>
            </a:avLst>
          </a:prstGeom>
          <a:solidFill>
            <a:srgbClr val="1E2640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421368" y="2465070"/>
            <a:ext cx="2039112" cy="2857500"/>
          </a:xfrm>
          <a:prstGeom prst="roundRect">
            <a:avLst>
              <a:gd name="adj" fmla="val 3736"/>
            </a:avLst>
          </a:prstGeom>
          <a:solidFill>
            <a:srgbClr val="1E2640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586740"/>
            <a:ext cx="57150" cy="681990"/>
          </a:xfrm>
          <a:prstGeom prst="roundRect">
            <a:avLst>
              <a:gd name="adj" fmla="val 50000"/>
            </a:avLst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560576" y="2636520"/>
            <a:ext cx="381000" cy="381000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733038" y="2636520"/>
            <a:ext cx="381000" cy="381000"/>
          </a:xfrm>
          <a:prstGeom prst="roundRect">
            <a:avLst>
              <a:gd name="adj" fmla="val 50000"/>
            </a:avLst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05500" y="2636520"/>
            <a:ext cx="381000" cy="381000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077962" y="2636520"/>
            <a:ext cx="381000" cy="381000"/>
          </a:xfrm>
          <a:prstGeom prst="roundRect">
            <a:avLst>
              <a:gd name="adj" fmla="val 50000"/>
            </a:avLst>
          </a:prstGeom>
          <a:solidFill>
            <a:srgbClr val="F4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0250424" y="2636520"/>
            <a:ext cx="381000" cy="381000"/>
          </a:xfrm>
          <a:prstGeom prst="roundRect">
            <a:avLst>
              <a:gd name="adj" fmla="val 50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20" y="3131820"/>
            <a:ext cx="1810512" cy="438150"/>
          </a:xfrm>
          <a:prstGeom prst="rect">
            <a:avLst/>
          </a:prstGeom>
          <a:noFill/>
        </p:spPr>
        <p:txBody>
          <a:bodyPr wrap="square" lIns="95250" rIns="95250" tIns="57150" bIns="57150" anchor="t">
            <a:noAutofit/>
          </a:bodyPr>
          <a:lstStyle/>
          <a:p>
            <a:pPr algn="ctr">
              <a:lnSpc>
                <a:spcPct val="135000"/>
              </a:lnSpc>
            </a:pPr>
            <a:r>
              <a:rPr sz="1600" b="1" i="0">
                <a:solidFill>
                  <a:srgbClr val="F1F5F9"/>
                </a:solidFill>
                <a:latin typeface="Noto Sans SC"/>
              </a:rPr>
              <a:t>DeckDesignSpec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5820" y="3627120"/>
            <a:ext cx="1810512" cy="1581150"/>
          </a:xfrm>
          <a:prstGeom prst="rect">
            <a:avLst/>
          </a:prstGeom>
          <a:noFill/>
        </p:spPr>
        <p:txBody>
          <a:bodyPr wrap="square" lIns="95250" rIns="95250" tIns="57150" bIns="57150" anchor="t">
            <a:noAutofit/>
          </a:bodyPr>
          <a:lstStyle/>
          <a:p>
            <a:pPr algn="ctr">
              <a:lnSpc>
                <a:spcPct val="135000"/>
              </a:lnSpc>
            </a:pPr>
            <a:r>
              <a:rPr sz="1500" b="0" i="0">
                <a:solidFill>
                  <a:srgbClr val="94A3B8"/>
                </a:solidFill>
                <a:latin typeface="Noto Sans SC"/>
              </a:rPr>
              <a:t>主题 + 布局 + 内容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8282" y="3131820"/>
            <a:ext cx="1810512" cy="438150"/>
          </a:xfrm>
          <a:prstGeom prst="rect">
            <a:avLst/>
          </a:prstGeom>
          <a:noFill/>
        </p:spPr>
        <p:txBody>
          <a:bodyPr wrap="square" lIns="95250" rIns="95250" tIns="57150" bIns="57150" anchor="t">
            <a:noAutofit/>
          </a:bodyPr>
          <a:lstStyle/>
          <a:p>
            <a:pPr algn="ctr">
              <a:lnSpc>
                <a:spcPct val="135000"/>
              </a:lnSpc>
            </a:pPr>
            <a:r>
              <a:rPr sz="2000" b="1" i="0">
                <a:solidFill>
                  <a:srgbClr val="F1F5F9"/>
                </a:solidFill>
                <a:latin typeface="Noto Sans SC"/>
              </a:rPr>
              <a:t>SlideIR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18282" y="3627120"/>
            <a:ext cx="1810512" cy="1581150"/>
          </a:xfrm>
          <a:prstGeom prst="rect">
            <a:avLst/>
          </a:prstGeom>
          <a:noFill/>
        </p:spPr>
        <p:txBody>
          <a:bodyPr wrap="square" lIns="95250" rIns="95250" tIns="57150" bIns="57150" anchor="t">
            <a:noAutofit/>
          </a:bodyPr>
          <a:lstStyle/>
          <a:p>
            <a:pPr algn="ctr">
              <a:lnSpc>
                <a:spcPct val="135000"/>
              </a:lnSpc>
            </a:pPr>
            <a:r>
              <a:rPr sz="1500" b="0" i="0">
                <a:solidFill>
                  <a:srgbClr val="94A3B8"/>
                </a:solidFill>
                <a:latin typeface="Noto Sans SC"/>
              </a:rPr>
              <a:t>布局引擎计算坐标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90744" y="3131820"/>
            <a:ext cx="1810512" cy="438150"/>
          </a:xfrm>
          <a:prstGeom prst="rect">
            <a:avLst/>
          </a:prstGeom>
          <a:noFill/>
        </p:spPr>
        <p:txBody>
          <a:bodyPr wrap="square" lIns="95250" rIns="95250" tIns="57150" bIns="57150" anchor="t">
            <a:noAutofit/>
          </a:bodyPr>
          <a:lstStyle/>
          <a:p>
            <a:pPr algn="ctr">
              <a:lnSpc>
                <a:spcPct val="135000"/>
              </a:lnSpc>
            </a:pPr>
            <a:r>
              <a:rPr sz="2000" b="1" i="0">
                <a:solidFill>
                  <a:srgbClr val="F1F5F9"/>
                </a:solidFill>
                <a:latin typeface="Noto Sans SC"/>
              </a:rPr>
              <a:t>Render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90744" y="3627120"/>
            <a:ext cx="1810512" cy="1581150"/>
          </a:xfrm>
          <a:prstGeom prst="rect">
            <a:avLst/>
          </a:prstGeom>
          <a:noFill/>
        </p:spPr>
        <p:txBody>
          <a:bodyPr wrap="square" lIns="95250" rIns="95250" tIns="57150" bIns="57150" anchor="t">
            <a:noAutofit/>
          </a:bodyPr>
          <a:lstStyle/>
          <a:p>
            <a:pPr algn="ctr">
              <a:lnSpc>
                <a:spcPct val="135000"/>
              </a:lnSpc>
            </a:pPr>
            <a:r>
              <a:rPr sz="1500" b="0" i="0">
                <a:solidFill>
                  <a:srgbClr val="94A3B8"/>
                </a:solidFill>
                <a:latin typeface="Noto Sans SC"/>
              </a:rPr>
              <a:t>python-pptx 原生元素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63206" y="3131820"/>
            <a:ext cx="1810512" cy="438150"/>
          </a:xfrm>
          <a:prstGeom prst="rect">
            <a:avLst/>
          </a:prstGeom>
          <a:noFill/>
        </p:spPr>
        <p:txBody>
          <a:bodyPr wrap="square" lIns="95250" rIns="95250" tIns="57150" bIns="57150" anchor="t">
            <a:noAutofit/>
          </a:bodyPr>
          <a:lstStyle/>
          <a:p>
            <a:pPr algn="ctr">
              <a:lnSpc>
                <a:spcPct val="135000"/>
              </a:lnSpc>
            </a:pPr>
            <a:r>
              <a:rPr sz="2000" b="1" i="0">
                <a:solidFill>
                  <a:srgbClr val="F1F5F9"/>
                </a:solidFill>
                <a:latin typeface="Noto Sans SC"/>
              </a:rPr>
              <a:t>Validate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63206" y="3627120"/>
            <a:ext cx="1810512" cy="1581150"/>
          </a:xfrm>
          <a:prstGeom prst="rect">
            <a:avLst/>
          </a:prstGeom>
          <a:noFill/>
        </p:spPr>
        <p:txBody>
          <a:bodyPr wrap="square" lIns="95250" rIns="95250" tIns="57150" bIns="57150" anchor="t">
            <a:noAutofit/>
          </a:bodyPr>
          <a:lstStyle/>
          <a:p>
            <a:pPr algn="ctr">
              <a:lnSpc>
                <a:spcPct val="135000"/>
              </a:lnSpc>
            </a:pPr>
            <a:r>
              <a:rPr sz="1500" b="0" i="0">
                <a:solidFill>
                  <a:srgbClr val="94A3B8"/>
                </a:solidFill>
                <a:latin typeface="Noto Sans SC"/>
              </a:rPr>
              <a:t>规则检测 + 自动修复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35668" y="3131820"/>
            <a:ext cx="1810512" cy="438150"/>
          </a:xfrm>
          <a:prstGeom prst="rect">
            <a:avLst/>
          </a:prstGeom>
          <a:noFill/>
        </p:spPr>
        <p:txBody>
          <a:bodyPr wrap="square" lIns="95250" rIns="95250" tIns="57150" bIns="57150" anchor="t">
            <a:noAutofit/>
          </a:bodyPr>
          <a:lstStyle/>
          <a:p>
            <a:pPr algn="ctr">
              <a:lnSpc>
                <a:spcPct val="135000"/>
              </a:lnSpc>
            </a:pPr>
            <a:r>
              <a:rPr sz="2000" b="1" i="0">
                <a:solidFill>
                  <a:srgbClr val="F1F5F9"/>
                </a:solidFill>
                <a:latin typeface="Noto Sans SC"/>
              </a:rPr>
              <a:t>Deliver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35668" y="3627120"/>
            <a:ext cx="1810512" cy="1581150"/>
          </a:xfrm>
          <a:prstGeom prst="rect">
            <a:avLst/>
          </a:prstGeom>
          <a:noFill/>
        </p:spPr>
        <p:txBody>
          <a:bodyPr wrap="square" lIns="95250" rIns="95250" tIns="57150" bIns="57150" anchor="t">
            <a:noAutofit/>
          </a:bodyPr>
          <a:lstStyle/>
          <a:p>
            <a:pPr algn="ctr">
              <a:lnSpc>
                <a:spcPct val="135000"/>
              </a:lnSpc>
            </a:pPr>
            <a:r>
              <a:rPr sz="1500" b="0" i="0">
                <a:solidFill>
                  <a:srgbClr val="94A3B8"/>
                </a:solidFill>
                <a:latin typeface="Noto Sans SC"/>
              </a:rPr>
              <a:t>PPTX + 预览图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60576" y="2636520"/>
            <a:ext cx="381000" cy="381000"/>
          </a:xfrm>
          <a:prstGeom prst="rect">
            <a:avLst/>
          </a:prstGeom>
          <a:noFill/>
        </p:spPr>
        <p:txBody>
          <a:bodyPr wrap="square" lIns="95250" rIns="95250" tIns="57150" bIns="57150" anchor="ctr">
            <a:noAutofit/>
          </a:bodyPr>
          <a:lstStyle/>
          <a:p>
            <a:pPr algn="ctr">
              <a:lnSpc>
                <a:spcPct val="135000"/>
              </a:lnSpc>
            </a:pPr>
            <a:r>
              <a:rPr sz="1800" b="1" i="0">
                <a:solidFill>
                  <a:srgbClr val="0F172A"/>
                </a:solidFill>
                <a:latin typeface="Noto Sans SC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33038" y="2636520"/>
            <a:ext cx="381000" cy="381000"/>
          </a:xfrm>
          <a:prstGeom prst="rect">
            <a:avLst/>
          </a:prstGeom>
          <a:noFill/>
        </p:spPr>
        <p:txBody>
          <a:bodyPr wrap="square" lIns="95250" rIns="95250" tIns="57150" bIns="57150" anchor="ctr">
            <a:noAutofit/>
          </a:bodyPr>
          <a:lstStyle/>
          <a:p>
            <a:pPr algn="ctr">
              <a:lnSpc>
                <a:spcPct val="135000"/>
              </a:lnSpc>
            </a:pPr>
            <a:r>
              <a:rPr sz="1800" b="1" i="0">
                <a:solidFill>
                  <a:srgbClr val="0F172A"/>
                </a:solidFill>
                <a:latin typeface="Noto Sans SC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05500" y="2636520"/>
            <a:ext cx="381000" cy="381000"/>
          </a:xfrm>
          <a:prstGeom prst="rect">
            <a:avLst/>
          </a:prstGeom>
          <a:noFill/>
        </p:spPr>
        <p:txBody>
          <a:bodyPr wrap="square" lIns="95250" rIns="95250" tIns="57150" bIns="57150" anchor="ctr">
            <a:noAutofit/>
          </a:bodyPr>
          <a:lstStyle/>
          <a:p>
            <a:pPr algn="ctr">
              <a:lnSpc>
                <a:spcPct val="135000"/>
              </a:lnSpc>
            </a:pPr>
            <a:r>
              <a:rPr sz="1800" b="1" i="0">
                <a:solidFill>
                  <a:srgbClr val="0F172A"/>
                </a:solidFill>
                <a:latin typeface="Noto Sans SC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77962" y="2636520"/>
            <a:ext cx="381000" cy="381000"/>
          </a:xfrm>
          <a:prstGeom prst="rect">
            <a:avLst/>
          </a:prstGeom>
          <a:noFill/>
        </p:spPr>
        <p:txBody>
          <a:bodyPr wrap="square" lIns="95250" rIns="95250" tIns="57150" bIns="57150" anchor="ctr">
            <a:noAutofit/>
          </a:bodyPr>
          <a:lstStyle/>
          <a:p>
            <a:pPr algn="ctr">
              <a:lnSpc>
                <a:spcPct val="135000"/>
              </a:lnSpc>
            </a:pPr>
            <a:r>
              <a:rPr sz="1800" b="1" i="0">
                <a:solidFill>
                  <a:srgbClr val="0F172A"/>
                </a:solidFill>
                <a:latin typeface="Noto Sans SC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50424" y="2636520"/>
            <a:ext cx="381000" cy="381000"/>
          </a:xfrm>
          <a:prstGeom prst="rect">
            <a:avLst/>
          </a:prstGeom>
          <a:noFill/>
        </p:spPr>
        <p:txBody>
          <a:bodyPr wrap="square" lIns="95250" rIns="95250" tIns="57150" bIns="57150" anchor="ctr">
            <a:noAutofit/>
          </a:bodyPr>
          <a:lstStyle/>
          <a:p>
            <a:pPr algn="ctr">
              <a:lnSpc>
                <a:spcPct val="135000"/>
              </a:lnSpc>
            </a:pPr>
            <a:r>
              <a:rPr sz="1800" b="1" i="0">
                <a:solidFill>
                  <a:srgbClr val="0F172A"/>
                </a:solidFill>
                <a:latin typeface="Noto Sans SC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2020" y="548640"/>
            <a:ext cx="10538460" cy="758190"/>
          </a:xfrm>
          <a:prstGeom prst="rect">
            <a:avLst/>
          </a:prstGeom>
          <a:noFill/>
        </p:spPr>
        <p:txBody>
          <a:bodyPr wrap="square" lIns="95250" rIns="95250" tIns="57150" bIns="5715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3200" b="1" i="0">
                <a:solidFill>
                  <a:srgbClr val="F1F5F9"/>
                </a:solidFill>
                <a:latin typeface="Noto Sans SC"/>
              </a:rPr>
              <a:t>生成流程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3879533"/>
            <a:ext cx="10728960" cy="28575"/>
          </a:xfrm>
          <a:prstGeom prst="rect">
            <a:avLst/>
          </a:prstGeom>
          <a:solidFill>
            <a:srgbClr val="3341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586740"/>
            <a:ext cx="57150" cy="681990"/>
          </a:xfrm>
          <a:prstGeom prst="roundRect">
            <a:avLst>
              <a:gd name="adj" fmla="val 50000"/>
            </a:avLst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433955" y="3808095"/>
            <a:ext cx="171450" cy="171450"/>
          </a:xfrm>
          <a:prstGeom prst="ellipse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010275" y="3808095"/>
            <a:ext cx="171450" cy="171450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586595" y="3808095"/>
            <a:ext cx="171450" cy="171450"/>
          </a:xfrm>
          <a:prstGeom prst="ellipse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7720" y="1636166"/>
            <a:ext cx="3423920" cy="2029054"/>
          </a:xfrm>
          <a:prstGeom prst="rect">
            <a:avLst/>
          </a:prstGeom>
          <a:noFill/>
        </p:spPr>
        <p:txBody>
          <a:bodyPr wrap="square" lIns="95250" rIns="95250" tIns="57150" bIns="57150" anchor="b">
            <a:noAutofit/>
          </a:bodyPr>
          <a:lstStyle/>
          <a:p>
            <a:pPr algn="ctr">
              <a:lnSpc>
                <a:spcPct val="135000"/>
              </a:lnSpc>
            </a:pPr>
            <a:r>
              <a:rPr sz="1800" b="1" i="0">
                <a:solidFill>
                  <a:srgbClr val="F1F5F9"/>
                </a:solidFill>
                <a:latin typeface="Noto Sans SC"/>
              </a:rPr>
              <a:t>Phase 1</a:t>
            </a:r>
          </a:p>
          <a:p>
            <a:pPr algn="ctr">
              <a:lnSpc>
                <a:spcPct val="135000"/>
              </a:lnSpc>
            </a:pPr>
            <a:r>
              <a:rPr sz="1800" b="1" i="0">
                <a:solidFill>
                  <a:srgbClr val="F1F5F9"/>
                </a:solidFill>
                <a:latin typeface="Noto Sans SC"/>
              </a:rPr>
              <a:t>止血版管线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4040" y="4122420"/>
            <a:ext cx="3423920" cy="2029054"/>
          </a:xfrm>
          <a:prstGeom prst="rect">
            <a:avLst/>
          </a:prstGeom>
          <a:noFill/>
        </p:spPr>
        <p:txBody>
          <a:bodyPr wrap="square" lIns="95250" rIns="95250" tIns="57150" bIns="57150" anchor="t">
            <a:noAutofit/>
          </a:bodyPr>
          <a:lstStyle/>
          <a:p>
            <a:pPr algn="ctr">
              <a:lnSpc>
                <a:spcPct val="135000"/>
              </a:lnSpc>
            </a:pPr>
            <a:r>
              <a:rPr sz="1800" b="1" i="0">
                <a:solidFill>
                  <a:srgbClr val="F1F5F9"/>
                </a:solidFill>
                <a:latin typeface="Noto Sans SC"/>
              </a:rPr>
              <a:t>Phase 2</a:t>
            </a:r>
          </a:p>
          <a:p>
            <a:pPr algn="ctr">
              <a:lnSpc>
                <a:spcPct val="135000"/>
              </a:lnSpc>
            </a:pPr>
            <a:r>
              <a:rPr sz="1800" b="1" i="0">
                <a:solidFill>
                  <a:srgbClr val="F1F5F9"/>
                </a:solidFill>
                <a:latin typeface="Noto Sans SC"/>
              </a:rPr>
              <a:t>元素级解剖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60360" y="1636166"/>
            <a:ext cx="3423920" cy="2029054"/>
          </a:xfrm>
          <a:prstGeom prst="rect">
            <a:avLst/>
          </a:prstGeom>
          <a:noFill/>
        </p:spPr>
        <p:txBody>
          <a:bodyPr wrap="square" lIns="95250" rIns="95250" tIns="57150" bIns="57150" anchor="b">
            <a:noAutofit/>
          </a:bodyPr>
          <a:lstStyle/>
          <a:p>
            <a:pPr algn="ctr">
              <a:lnSpc>
                <a:spcPct val="135000"/>
              </a:lnSpc>
            </a:pPr>
            <a:r>
              <a:rPr sz="1800" b="1" i="0">
                <a:solidFill>
                  <a:srgbClr val="F1F5F9"/>
                </a:solidFill>
                <a:latin typeface="Noto Sans SC"/>
              </a:rPr>
              <a:t>Phase 3</a:t>
            </a:r>
          </a:p>
          <a:p>
            <a:pPr algn="ctr">
              <a:lnSpc>
                <a:spcPct val="135000"/>
              </a:lnSpc>
            </a:pPr>
            <a:r>
              <a:rPr sz="1800" b="1" i="0">
                <a:solidFill>
                  <a:srgbClr val="F1F5F9"/>
                </a:solidFill>
                <a:latin typeface="Noto Sans SC"/>
              </a:rPr>
              <a:t>视觉反思闭环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2020" y="548640"/>
            <a:ext cx="10538460" cy="758190"/>
          </a:xfrm>
          <a:prstGeom prst="rect">
            <a:avLst/>
          </a:prstGeom>
          <a:noFill/>
        </p:spPr>
        <p:txBody>
          <a:bodyPr wrap="square" lIns="95250" rIns="95250" tIns="57150" bIns="5715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3200" b="1" i="0">
                <a:solidFill>
                  <a:srgbClr val="F1F5F9"/>
                </a:solidFill>
                <a:latin typeface="Noto Sans SC"/>
              </a:rPr>
              <a:t>演进路线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627821" y="1478280"/>
            <a:ext cx="2832659" cy="4831080"/>
          </a:xfrm>
          <a:prstGeom prst="roundRect">
            <a:avLst>
              <a:gd name="adj" fmla="val 2690"/>
            </a:avLst>
          </a:prstGeom>
          <a:solidFill>
            <a:srgbClr val="141B2D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586740"/>
            <a:ext cx="57150" cy="681990"/>
          </a:xfrm>
          <a:prstGeom prst="roundRect">
            <a:avLst>
              <a:gd name="adj" fmla="val 50000"/>
            </a:avLst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78280"/>
            <a:ext cx="3776701" cy="857250"/>
          </a:xfrm>
          <a:prstGeom prst="roundRect">
            <a:avLst>
              <a:gd name="adj" fmla="val 8888"/>
            </a:avLst>
          </a:prstGeom>
          <a:solidFill>
            <a:srgbClr val="1E2640"/>
          </a:solidFill>
          <a:ln w="254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679671" y="1478280"/>
            <a:ext cx="3776701" cy="857250"/>
          </a:xfrm>
          <a:prstGeom prst="roundRect">
            <a:avLst>
              <a:gd name="adj" fmla="val 8888"/>
            </a:avLst>
          </a:prstGeom>
          <a:solidFill>
            <a:srgbClr val="1E2640"/>
          </a:solidFill>
          <a:ln w="2540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2506980"/>
            <a:ext cx="3776701" cy="857250"/>
          </a:xfrm>
          <a:prstGeom prst="roundRect">
            <a:avLst>
              <a:gd name="adj" fmla="val 8888"/>
            </a:avLst>
          </a:prstGeom>
          <a:solidFill>
            <a:srgbClr val="1E2640"/>
          </a:solidFill>
          <a:ln w="2540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679671" y="2506980"/>
            <a:ext cx="3776701" cy="857250"/>
          </a:xfrm>
          <a:prstGeom prst="roundRect">
            <a:avLst>
              <a:gd name="adj" fmla="val 8888"/>
            </a:avLst>
          </a:prstGeom>
          <a:solidFill>
            <a:srgbClr val="1E2640"/>
          </a:solidFill>
          <a:ln w="25400">
            <a:solidFill>
              <a:srgbClr val="A78B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3535680"/>
            <a:ext cx="3776701" cy="857250"/>
          </a:xfrm>
          <a:prstGeom prst="roundRect">
            <a:avLst>
              <a:gd name="adj" fmla="val 8888"/>
            </a:avLst>
          </a:prstGeom>
          <a:solidFill>
            <a:srgbClr val="1E2640"/>
          </a:solidFill>
          <a:ln w="25400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679671" y="3535680"/>
            <a:ext cx="3776701" cy="857250"/>
          </a:xfrm>
          <a:prstGeom prst="roundRect">
            <a:avLst>
              <a:gd name="adj" fmla="val 8888"/>
            </a:avLst>
          </a:prstGeom>
          <a:solidFill>
            <a:srgbClr val="1E2640"/>
          </a:solidFill>
          <a:ln w="25400">
            <a:solidFill>
              <a:srgbClr val="F472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7720" y="1478280"/>
            <a:ext cx="3624301" cy="857250"/>
          </a:xfrm>
          <a:prstGeom prst="rect">
            <a:avLst/>
          </a:prstGeom>
          <a:noFill/>
        </p:spPr>
        <p:txBody>
          <a:bodyPr wrap="square" lIns="95250" rIns="95250" tIns="57150" bIns="57150" anchor="ctr">
            <a:noAutofit/>
          </a:bodyPr>
          <a:lstStyle/>
          <a:p>
            <a:pPr algn="ctr">
              <a:lnSpc>
                <a:spcPct val="135000"/>
              </a:lnSpc>
            </a:pPr>
            <a:r>
              <a:rPr sz="1800" b="1" i="0">
                <a:solidFill>
                  <a:srgbClr val="F1F5F9"/>
                </a:solidFill>
                <a:latin typeface="Noto Sans SC"/>
              </a:rPr>
              <a:t>Theme Registry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5871" y="1478280"/>
            <a:ext cx="3624301" cy="857250"/>
          </a:xfrm>
          <a:prstGeom prst="rect">
            <a:avLst/>
          </a:prstGeom>
          <a:noFill/>
        </p:spPr>
        <p:txBody>
          <a:bodyPr wrap="square" lIns="95250" rIns="95250" tIns="57150" bIns="57150" anchor="ctr">
            <a:noAutofit/>
          </a:bodyPr>
          <a:lstStyle/>
          <a:p>
            <a:pPr algn="ctr">
              <a:lnSpc>
                <a:spcPct val="135000"/>
              </a:lnSpc>
            </a:pPr>
            <a:r>
              <a:rPr sz="1800" b="1" i="0">
                <a:solidFill>
                  <a:srgbClr val="F1F5F9"/>
                </a:solidFill>
                <a:latin typeface="Noto Sans SC"/>
              </a:rPr>
              <a:t>Layout Registry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7720" y="2506980"/>
            <a:ext cx="3624301" cy="857250"/>
          </a:xfrm>
          <a:prstGeom prst="rect">
            <a:avLst/>
          </a:prstGeom>
          <a:noFill/>
        </p:spPr>
        <p:txBody>
          <a:bodyPr wrap="square" lIns="95250" rIns="95250" tIns="57150" bIns="57150" anchor="ctr">
            <a:noAutofit/>
          </a:bodyPr>
          <a:lstStyle/>
          <a:p>
            <a:pPr algn="ctr">
              <a:lnSpc>
                <a:spcPct val="135000"/>
              </a:lnSpc>
            </a:pPr>
            <a:r>
              <a:rPr sz="1800" b="1" i="0">
                <a:solidFill>
                  <a:srgbClr val="F1F5F9"/>
                </a:solidFill>
                <a:latin typeface="Noto Sans SC"/>
              </a:rPr>
              <a:t>PPTX Renderer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5871" y="2506980"/>
            <a:ext cx="3624301" cy="857250"/>
          </a:xfrm>
          <a:prstGeom prst="rect">
            <a:avLst/>
          </a:prstGeom>
          <a:noFill/>
        </p:spPr>
        <p:txBody>
          <a:bodyPr wrap="square" lIns="95250" rIns="95250" tIns="57150" bIns="57150" anchor="ctr">
            <a:noAutofit/>
          </a:bodyPr>
          <a:lstStyle/>
          <a:p>
            <a:pPr algn="ctr">
              <a:lnSpc>
                <a:spcPct val="135000"/>
              </a:lnSpc>
            </a:pPr>
            <a:r>
              <a:rPr sz="1800" b="1" i="0">
                <a:solidFill>
                  <a:srgbClr val="F1F5F9"/>
                </a:solidFill>
                <a:latin typeface="Noto Sans SC"/>
              </a:rPr>
              <a:t>PPT Validator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7720" y="3535680"/>
            <a:ext cx="3624301" cy="857250"/>
          </a:xfrm>
          <a:prstGeom prst="rect">
            <a:avLst/>
          </a:prstGeom>
          <a:noFill/>
        </p:spPr>
        <p:txBody>
          <a:bodyPr wrap="square" lIns="95250" rIns="95250" tIns="57150" bIns="57150" anchor="ctr">
            <a:noAutofit/>
          </a:bodyPr>
          <a:lstStyle/>
          <a:p>
            <a:pPr algn="ctr">
              <a:lnSpc>
                <a:spcPct val="135000"/>
              </a:lnSpc>
            </a:pPr>
            <a:r>
              <a:rPr sz="1800" b="1" i="0">
                <a:solidFill>
                  <a:srgbClr val="F1F5F9"/>
                </a:solidFill>
                <a:latin typeface="Noto Sans SC"/>
              </a:rPr>
              <a:t>Preview Export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5871" y="3535680"/>
            <a:ext cx="3624301" cy="857250"/>
          </a:xfrm>
          <a:prstGeom prst="rect">
            <a:avLst/>
          </a:prstGeom>
          <a:noFill/>
        </p:spPr>
        <p:txBody>
          <a:bodyPr wrap="square" lIns="95250" rIns="95250" tIns="57150" bIns="57150" anchor="ctr">
            <a:noAutofit/>
          </a:bodyPr>
          <a:lstStyle/>
          <a:p>
            <a:pPr algn="ctr">
              <a:lnSpc>
                <a:spcPct val="135000"/>
              </a:lnSpc>
            </a:pPr>
            <a:r>
              <a:rPr sz="1800" b="1" i="0">
                <a:solidFill>
                  <a:srgbClr val="F1F5F9"/>
                </a:solidFill>
                <a:latin typeface="Noto Sans SC"/>
              </a:rPr>
              <a:t>Artifact Workbench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61171" y="1592580"/>
            <a:ext cx="2565959" cy="4602480"/>
          </a:xfrm>
          <a:prstGeom prst="rect">
            <a:avLst/>
          </a:prstGeom>
          <a:noFill/>
        </p:spPr>
        <p:txBody>
          <a:bodyPr wrap="square" lIns="95250" rIns="95250" tIns="57150" bIns="5715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94A3B8"/>
                </a:solidFill>
                <a:latin typeface="Noto Sans SC"/>
              </a:rPr>
              <a:t>• design 设计系统</a:t>
            </a:r>
          </a:p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94A3B8"/>
                </a:solidFill>
                <a:latin typeface="Noto Sans SC"/>
              </a:rPr>
              <a:t>• render 渲染</a:t>
            </a:r>
          </a:p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94A3B8"/>
                </a:solidFill>
                <a:latin typeface="Noto Sans SC"/>
              </a:rPr>
              <a:t>• qa 质量闸门</a:t>
            </a:r>
          </a:p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94A3B8"/>
                </a:solidFill>
                <a:latin typeface="Noto Sans SC"/>
              </a:rPr>
              <a:t>• ui 工作台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2020" y="548640"/>
            <a:ext cx="10538460" cy="758190"/>
          </a:xfrm>
          <a:prstGeom prst="rect">
            <a:avLst/>
          </a:prstGeom>
          <a:noFill/>
        </p:spPr>
        <p:txBody>
          <a:bodyPr wrap="square" lIns="95250" rIns="95250" tIns="57150" bIns="5715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3200" b="1" i="0">
                <a:solidFill>
                  <a:srgbClr val="F1F5F9"/>
                </a:solidFill>
                <a:latin typeface="Noto Sans SC"/>
              </a:rPr>
              <a:t>系统架构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1478280"/>
            <a:ext cx="7081114" cy="4831080"/>
          </a:xfrm>
          <a:prstGeom prst="roundRect">
            <a:avLst>
              <a:gd name="adj" fmla="val 1577"/>
            </a:avLst>
          </a:prstGeom>
          <a:solidFill>
            <a:srgbClr val="141B2D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984084" y="1478280"/>
            <a:ext cx="3476396" cy="4831080"/>
          </a:xfrm>
          <a:prstGeom prst="roundRect">
            <a:avLst>
              <a:gd name="adj" fmla="val 2191"/>
            </a:avLst>
          </a:prstGeom>
          <a:solidFill>
            <a:srgbClr val="1E2640"/>
          </a:solidFill>
          <a:ln w="12700">
            <a:solidFill>
              <a:srgbClr val="1E29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586740"/>
            <a:ext cx="57150" cy="681990"/>
          </a:xfrm>
          <a:prstGeom prst="roundRect">
            <a:avLst>
              <a:gd name="adj" fmla="val 50000"/>
            </a:avLst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6770" y="1573530"/>
          <a:ext cx="6890614" cy="46405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984084" y="1478280"/>
            <a:ext cx="3476396" cy="47625"/>
          </a:xfrm>
          <a:prstGeom prst="roundRect">
            <a:avLst>
              <a:gd name="adj" fmla="val 50000"/>
            </a:avLst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6484" y="1649730"/>
            <a:ext cx="3171596" cy="4488180"/>
          </a:xfrm>
          <a:prstGeom prst="rect">
            <a:avLst/>
          </a:prstGeom>
          <a:noFill/>
        </p:spPr>
        <p:txBody>
          <a:bodyPr wrap="square" lIns="95250" rIns="95250" tIns="57150" bIns="5715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F1F5F9"/>
                </a:solidFill>
                <a:latin typeface="Noto Sans SC"/>
              </a:rPr>
              <a:t>文字溢出从 42% 降至 3%，配色越界基本消除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2020" y="548640"/>
            <a:ext cx="10538460" cy="758190"/>
          </a:xfrm>
          <a:prstGeom prst="rect">
            <a:avLst/>
          </a:prstGeom>
          <a:noFill/>
        </p:spPr>
        <p:txBody>
          <a:bodyPr wrap="square" lIns="95250" rIns="95250" tIns="57150" bIns="5715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3200" b="1" i="0">
                <a:solidFill>
                  <a:srgbClr val="F1F5F9"/>
                </a:solidFill>
                <a:latin typeface="Noto Sans SC"/>
              </a:rPr>
              <a:t>交付质量提升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1478280"/>
            <a:ext cx="10728960" cy="3478378"/>
          </a:xfrm>
          <a:prstGeom prst="roundRect">
            <a:avLst>
              <a:gd name="adj" fmla="val 2190"/>
            </a:avLst>
          </a:prstGeom>
          <a:solidFill>
            <a:srgbClr val="1E2640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586740"/>
            <a:ext cx="57150" cy="681990"/>
          </a:xfrm>
          <a:prstGeom prst="roundRect">
            <a:avLst>
              <a:gd name="adj" fmla="val 50000"/>
            </a:avLst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83920" y="1611630"/>
            <a:ext cx="10424160" cy="3211678"/>
          </a:xfrm>
          <a:prstGeom prst="rect">
            <a:avLst/>
          </a:prstGeom>
          <a:noFill/>
        </p:spPr>
        <p:txBody>
          <a:bodyPr wrap="square" lIns="95250" rIns="95250" tIns="57150" bIns="57150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F1F5F9"/>
                </a:solidFill>
                <a:latin typeface="JetBrains Mono"/>
              </a:rPr>
              <a:t>result = generate_deck(</a:t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F1F5F9"/>
                </a:solidFill>
                <a:latin typeface="JetBrains Mono"/>
              </a:rPr>
              <a:t>    title="季度复盘",</a:t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F1F5F9"/>
                </a:solidFill>
                <a:latin typeface="JetBrains Mono"/>
              </a:rPr>
              <a:t>    theme_id="business-bluegray",</a:t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F1F5F9"/>
                </a:solidFill>
                <a:latin typeface="JetBrains Mono"/>
              </a:rPr>
              <a:t>    slides=[...],</a:t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F1F5F9"/>
                </a:solidFill>
                <a:latin typeface="JetBrains Mono"/>
              </a:rPr>
              <a:t>    workspace_dir=ws,</a:t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F1F5F9"/>
                </a:solidFill>
                <a:latin typeface="JetBrains Mono"/>
              </a:rPr>
              <a:t>)</a:t>
            </a:r>
          </a:p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F1F5F9"/>
                </a:solidFill>
                <a:latin typeface="JetBrains Mono"/>
              </a:rPr>
              <a:t>print(result.validation.delivery_grade)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70958"/>
            <a:ext cx="10728960" cy="1238402"/>
          </a:xfrm>
          <a:prstGeom prst="rect">
            <a:avLst/>
          </a:prstGeom>
          <a:noFill/>
        </p:spPr>
        <p:txBody>
          <a:bodyPr wrap="square" lIns="95250" rIns="95250" tIns="57150" bIns="5715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94A3B8"/>
                </a:solidFill>
                <a:latin typeface="Noto Sans SC"/>
              </a:rPr>
              <a:t>Agent 只描述内容，引擎负责坐标、配色、字体与验收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22020" y="548640"/>
            <a:ext cx="10538460" cy="758190"/>
          </a:xfrm>
          <a:prstGeom prst="rect">
            <a:avLst/>
          </a:prstGeom>
          <a:noFill/>
        </p:spPr>
        <p:txBody>
          <a:bodyPr wrap="square" lIns="95250" rIns="95250" tIns="57150" bIns="5715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3200" b="1" i="0">
                <a:solidFill>
                  <a:srgbClr val="F1F5F9"/>
                </a:solidFill>
                <a:latin typeface="Noto Sans SC"/>
              </a:rPr>
              <a:t>统一入口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589837" y="1815998"/>
            <a:ext cx="9012326" cy="2649931"/>
          </a:xfrm>
          <a:prstGeom prst="rect">
            <a:avLst/>
          </a:prstGeom>
          <a:noFill/>
        </p:spPr>
        <p:txBody>
          <a:bodyPr wrap="square" lIns="95250" rIns="95250" tIns="57150" bIns="57150" anchor="ctr">
            <a:noAutofit/>
          </a:bodyPr>
          <a:lstStyle/>
          <a:p>
            <a:pPr algn="ctr">
              <a:lnSpc>
                <a:spcPct val="135000"/>
              </a:lnSpc>
            </a:pPr>
            <a:r>
              <a:rPr sz="3600" b="1" i="0">
                <a:solidFill>
                  <a:srgbClr val="F1F5F9"/>
                </a:solidFill>
                <a:latin typeface="Noto Sans SC"/>
              </a:rPr>
              <a:t>“把空间推理交给确定性引擎，把审美交给设计系统”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811573"/>
            <a:ext cx="10728960" cy="476250"/>
          </a:xfrm>
          <a:prstGeom prst="rect">
            <a:avLst/>
          </a:prstGeom>
          <a:noFill/>
        </p:spPr>
        <p:txBody>
          <a:bodyPr wrap="square" lIns="95250" rIns="95250" tIns="57150" bIns="57150" anchor="ctr">
            <a:noAutofit/>
          </a:bodyPr>
          <a:lstStyle/>
          <a:p>
            <a:pPr algn="ctr">
              <a:lnSpc>
                <a:spcPct val="135000"/>
              </a:lnSpc>
            </a:pPr>
            <a:r>
              <a:rPr sz="2000" b="0" i="0">
                <a:solidFill>
                  <a:srgbClr val="22D3EE"/>
                </a:solidFill>
                <a:latin typeface="Noto Sans SC"/>
              </a:rPr>
              <a:t>— VonishAgent 设计原则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5699760"/>
            <a:ext cx="10728960" cy="609600"/>
          </a:xfrm>
          <a:prstGeom prst="roundRect">
            <a:avLst>
              <a:gd name="adj" fmla="val 12500"/>
            </a:avLst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586740"/>
            <a:ext cx="57150" cy="681990"/>
          </a:xfrm>
          <a:prstGeom prst="roundRect">
            <a:avLst>
              <a:gd name="adj" fmla="val 50000"/>
            </a:avLst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50570" y="1844992"/>
            <a:ext cx="85725" cy="85725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50570" y="2664142"/>
            <a:ext cx="85725" cy="85725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50570" y="3483292"/>
            <a:ext cx="85725" cy="85725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50570" y="4302442"/>
            <a:ext cx="85725" cy="85725"/>
          </a:xfrm>
          <a:prstGeom prst="ellipse">
            <a:avLst/>
          </a:prstGeom>
          <a:solidFill>
            <a:srgbClr val="22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070" y="1478280"/>
            <a:ext cx="10462260" cy="819150"/>
          </a:xfrm>
          <a:prstGeom prst="rect">
            <a:avLst/>
          </a:prstGeom>
          <a:noFill/>
        </p:spPr>
        <p:txBody>
          <a:bodyPr wrap="square" lIns="95250" rIns="95250" tIns="57150" bIns="5715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2100" b="0" i="0">
                <a:solidFill>
                  <a:srgbClr val="F1F5F9"/>
                </a:solidFill>
                <a:latin typeface="Noto Sans SC"/>
              </a:rPr>
              <a:t>更稳定：布局引擎计算坐标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070" y="2297430"/>
            <a:ext cx="10462260" cy="819150"/>
          </a:xfrm>
          <a:prstGeom prst="rect">
            <a:avLst/>
          </a:prstGeom>
          <a:noFill/>
        </p:spPr>
        <p:txBody>
          <a:bodyPr wrap="square" lIns="95250" rIns="95250" tIns="57150" bIns="5715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2100" b="0" i="0">
                <a:solidFill>
                  <a:srgbClr val="F1F5F9"/>
                </a:solidFill>
                <a:latin typeface="Noto Sans SC"/>
              </a:rPr>
              <a:t>更统一：主题 token 约束视觉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070" y="3116580"/>
            <a:ext cx="10462260" cy="819150"/>
          </a:xfrm>
          <a:prstGeom prst="rect">
            <a:avLst/>
          </a:prstGeom>
          <a:noFill/>
        </p:spPr>
        <p:txBody>
          <a:bodyPr wrap="square" lIns="95250" rIns="95250" tIns="57150" bIns="5715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2100" b="0" i="0">
                <a:solidFill>
                  <a:srgbClr val="F1F5F9"/>
                </a:solidFill>
                <a:latin typeface="Noto Sans SC"/>
              </a:rPr>
              <a:t>可验收：交付前自动 QA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070" y="3935730"/>
            <a:ext cx="10462260" cy="819150"/>
          </a:xfrm>
          <a:prstGeom prst="rect">
            <a:avLst/>
          </a:prstGeom>
          <a:noFill/>
        </p:spPr>
        <p:txBody>
          <a:bodyPr wrap="square" lIns="95250" rIns="95250" tIns="57150" bIns="5715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2100" b="0" i="0">
                <a:solidFill>
                  <a:srgbClr val="F1F5F9"/>
                </a:solidFill>
                <a:latin typeface="Noto Sans SC"/>
              </a:rPr>
              <a:t>可回滚：SlideIR 快照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2970" y="5699760"/>
            <a:ext cx="10386060" cy="609600"/>
          </a:xfrm>
          <a:prstGeom prst="rect">
            <a:avLst/>
          </a:prstGeom>
          <a:noFill/>
        </p:spPr>
        <p:txBody>
          <a:bodyPr wrap="square" lIns="95250" rIns="95250" tIns="57150" bIns="57150" anchor="ctr">
            <a:noAutofit/>
          </a:bodyPr>
          <a:lstStyle/>
          <a:p>
            <a:pPr algn="ctr">
              <a:lnSpc>
                <a:spcPct val="135000"/>
              </a:lnSpc>
            </a:pPr>
            <a:r>
              <a:rPr sz="2000" b="1" i="0">
                <a:solidFill>
                  <a:srgbClr val="0F172A"/>
                </a:solidFill>
                <a:latin typeface="Noto Sans SC"/>
              </a:rPr>
              <a:t>下一次 PPT 交付必须经过此管线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2020" y="548640"/>
            <a:ext cx="10538460" cy="758190"/>
          </a:xfrm>
          <a:prstGeom prst="rect">
            <a:avLst/>
          </a:prstGeom>
          <a:noFill/>
        </p:spPr>
        <p:txBody>
          <a:bodyPr wrap="square" lIns="95250" rIns="95250" tIns="57150" bIns="5715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3200" b="1" i="0">
                <a:solidFill>
                  <a:srgbClr val="F1F5F9"/>
                </a:solidFill>
                <a:latin typeface="Noto Sans SC"/>
              </a:rPr>
              <a:t>总结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