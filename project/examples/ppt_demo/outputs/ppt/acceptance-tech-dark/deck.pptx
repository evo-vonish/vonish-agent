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30.0</c:v>
                </c:pt>
                <c:pt idx="2">
                  <c:v>55.0</c:v>
                </c:pt>
                <c:pt idx="3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1.0</c:v>
                </c:pt>
                <c:pt idx="2">
                  <c:v>2.0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2161642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20286"/>
            <a:ext cx="10728960" cy="5715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22D3EE"/>
                </a:solidFill>
                <a:latin typeface="Noto Sans SC"/>
              </a:rPr>
              <a:t>确定性渲染管线 · Deterministic Deck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72430"/>
            <a:ext cx="1072896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400" b="0" i="0">
                <a:solidFill>
                  <a:srgbClr val="94A3B8"/>
                </a:solidFill>
                <a:latin typeface="Noto Sans SC"/>
              </a:rPr>
              <a:t>Vonish · 2026-06-14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92070"/>
            <a:ext cx="10728960" cy="1728216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4400" b="1" i="0">
                <a:solidFill>
                  <a:srgbClr val="F1F5F9"/>
                </a:solidFill>
                <a:latin typeface="Noto Sans SC"/>
              </a:rPr>
              <a:t>VonishAgent PPT Artifact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125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125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26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62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问题定义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设计系统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布局引擎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渲染器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质量验收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自动修复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35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预览闭环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下一步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目录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25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22D3EE"/>
                </a:solidFill>
                <a:latin typeface="Noto Sans SC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364480" cy="11430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000" b="1" i="0">
                <a:solidFill>
                  <a:srgbClr val="22D3EE"/>
                </a:solidFill>
                <a:latin typeface="Noto Sans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6667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94A3B8"/>
                </a:solidFill>
                <a:latin typeface="Noto Sans SC"/>
              </a:rPr>
              <a:t>为什么 AI 生成的 PPT 总是配色随机、文字溢出、版面失序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68142"/>
            <a:ext cx="10728960" cy="1613002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4400" b="1" i="0">
                <a:solidFill>
                  <a:srgbClr val="F1F5F9"/>
                </a:solidFill>
                <a:latin typeface="Noto Sans SC"/>
              </a:rPr>
              <a:t>问题定义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7134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1116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7134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1116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92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确定性渲染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2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SlideIR 驱动，主题 token 严格约束配色与字体，杜绝随机美学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374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质量验收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374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交付前自动检测文字溢出、元素越界、对比度与主题一致性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356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预览闭环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356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每页导出 PNG 预览，进入 Artifact Workbench 可被检视与引用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三大核心能力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2935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070" y="2473642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070" y="3083242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070" y="3692842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070" y="4302442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38900" y="24736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8900" y="30832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8900" y="36928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8900" y="4302442"/>
            <a:ext cx="66675" cy="66675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157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随机配色与字体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57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文字经常溢出图形框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157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Agent 不知道结果长什么样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157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无任何质量闸门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主题 token 统一视觉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渲染前预计算溢出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交付前自动验收修复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旧：iPython 随机摆放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新：Artifact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旧管线 vs 新管线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03982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76444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8906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1368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60576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33038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05500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7962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50424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600" b="1" i="0">
                <a:solidFill>
                  <a:srgbClr val="F1F5F9"/>
                </a:solidFill>
                <a:latin typeface="Noto Sans SC"/>
              </a:rPr>
              <a:t>DeckDesignSpec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主题 + 布局 + 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8282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SlideIR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8282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0744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0744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python-pptx 原生元素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3206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3206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规则检测 + 自动修复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5668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F1F5F9"/>
                </a:solidFill>
                <a:latin typeface="Noto Sans SC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5668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PPTX + 预览图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0576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3038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0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7962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0424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F172A"/>
                </a:solidFill>
                <a:latin typeface="Noto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生成流程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79533"/>
            <a:ext cx="1072896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33955" y="3808095"/>
            <a:ext cx="171450" cy="17145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10275" y="3808095"/>
            <a:ext cx="171450" cy="17145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86595" y="3808095"/>
            <a:ext cx="171450" cy="17145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772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Phase 1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止血版管线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4040" y="4122420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Phase 2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元素级解剖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36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Phase 3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视觉反思闭环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演进路线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27821" y="1478280"/>
            <a:ext cx="2832659" cy="4831080"/>
          </a:xfrm>
          <a:prstGeom prst="roundRect">
            <a:avLst>
              <a:gd name="adj" fmla="val 2690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79671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79671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79671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E2640"/>
          </a:solidFill>
          <a:ln w="254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Theme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5871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Layout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PPTX Renderer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5871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PPT 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Preview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5871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F1F5F9"/>
                </a:solidFill>
                <a:latin typeface="Noto Sans SC"/>
              </a:rPr>
              <a:t>Artifact Workbench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1171" y="1592580"/>
            <a:ext cx="2565959" cy="46024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design 设计系统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render 渲染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qa 质量闸门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Noto Sans SC"/>
              </a:rPr>
              <a:t>• ui 工作台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系统架构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7081114" cy="4831080"/>
          </a:xfrm>
          <a:prstGeom prst="roundRect">
            <a:avLst>
              <a:gd name="adj" fmla="val 1577"/>
            </a:avLst>
          </a:prstGeom>
          <a:solidFill>
            <a:srgbClr val="141B2D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84084" y="1478280"/>
            <a:ext cx="3476396" cy="4831080"/>
          </a:xfrm>
          <a:prstGeom prst="roundRect">
            <a:avLst>
              <a:gd name="adj" fmla="val 2191"/>
            </a:avLst>
          </a:prstGeom>
          <a:solidFill>
            <a:srgbClr val="1E26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6770" y="1573530"/>
          <a:ext cx="6890614" cy="4640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84084" y="1478280"/>
            <a:ext cx="3476396" cy="4762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6484" y="1649730"/>
            <a:ext cx="3171596" cy="44881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1F5F9"/>
                </a:solidFill>
                <a:latin typeface="Noto Sans SC"/>
              </a:rPr>
              <a:t>文字溢出从 42% 降至 3%，配色越界基本消除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交付质量提升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10728960" cy="3478378"/>
          </a:xfrm>
          <a:prstGeom prst="roundRect">
            <a:avLst>
              <a:gd name="adj" fmla="val 2190"/>
            </a:avLst>
          </a:prstGeom>
          <a:solidFill>
            <a:srgbClr val="1E264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3920" y="1611630"/>
            <a:ext cx="10424160" cy="3211678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result = generate_deck(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title="季度复盘",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theme_id="business-bluegray",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slides=[...],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    workspace_dir=ws,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1F5F9"/>
                </a:solidFill>
                <a:latin typeface="JetBrains Mono"/>
              </a:rPr>
              <a:t>print(result.validation.delivery_grade)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0958"/>
            <a:ext cx="10728960" cy="1238402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94A3B8"/>
                </a:solidFill>
                <a:latin typeface="Noto Sans SC"/>
              </a:rPr>
              <a:t>Agent 只描述内容，引擎负责坐标、配色、字体与验收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统一入口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9837" y="1815998"/>
            <a:ext cx="9012326" cy="2649931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3600" b="1" i="0">
                <a:solidFill>
                  <a:srgbClr val="F1F5F9"/>
                </a:solidFill>
                <a:latin typeface="Noto Sans SC"/>
              </a:rPr>
              <a:t>“把空间推理交给确定性引擎，把审美交给设计系统”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476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22D3EE"/>
                </a:solidFill>
                <a:latin typeface="Noto Sans SC"/>
              </a:rPr>
              <a:t>— VonishAgent 设计原则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699760"/>
            <a:ext cx="10728960" cy="60960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0570" y="1844992"/>
            <a:ext cx="85725" cy="8572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0570" y="2664142"/>
            <a:ext cx="85725" cy="8572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0570" y="3483292"/>
            <a:ext cx="85725" cy="8572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0570" y="4302442"/>
            <a:ext cx="85725" cy="8572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070" y="14782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更稳定：布局引擎计算坐标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070" y="22974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更统一：主题 token 约束视觉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070" y="31165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可验收：交付前自动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070" y="39357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F1F5F9"/>
                </a:solidFill>
                <a:latin typeface="Noto Sans SC"/>
              </a:rPr>
              <a:t>可回滚：SlideIR 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70" y="5699760"/>
            <a:ext cx="1038606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0F172A"/>
                </a:solidFill>
                <a:latin typeface="Noto Sans SC"/>
              </a:rPr>
              <a:t>下一次 PPT 交付必须经过此管线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F1F5F9"/>
                </a:solidFill>
                <a:latin typeface="Noto Sans SC"/>
              </a:rPr>
              <a:t>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